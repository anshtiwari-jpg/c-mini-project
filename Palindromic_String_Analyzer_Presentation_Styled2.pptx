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7" r:id="rId1"/>
  </p:sldMasterIdLst>
  <p:sldIdLst>
    <p:sldId id="256" r:id="rId2"/>
    <p:sldId id="266" r:id="rId3"/>
    <p:sldId id="265" r:id="rId4"/>
    <p:sldId id="259" r:id="rId5"/>
    <p:sldId id="257" r:id="rId6"/>
    <p:sldId id="258" r:id="rId7"/>
    <p:sldId id="260" r:id="rId8"/>
    <p:sldId id="267" r:id="rId9"/>
    <p:sldId id="262" r:id="rId10"/>
    <p:sldId id="261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003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313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3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495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22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094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694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067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529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544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772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124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4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88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758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338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213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507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  <p:sldLayoutId id="2147483880" r:id="rId13"/>
    <p:sldLayoutId id="2147483881" r:id="rId14"/>
    <p:sldLayoutId id="2147483882" r:id="rId15"/>
    <p:sldLayoutId id="2147483883" r:id="rId16"/>
    <p:sldLayoutId id="214748388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0862" y="1567836"/>
            <a:ext cx="5826719" cy="1646302"/>
          </a:xfrm>
        </p:spPr>
        <p:txBody>
          <a:bodyPr>
            <a:normAutofit/>
          </a:bodyPr>
          <a:lstStyle/>
          <a:p>
            <a:r>
              <a:rPr lang="en-IN" dirty="0"/>
              <a:t>Palindromic String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7200" dirty="0"/>
              <a:t>By - </a:t>
            </a:r>
            <a:r>
              <a:rPr sz="7200" b="1" dirty="0"/>
              <a:t>Ansh Tiwari</a:t>
            </a:r>
            <a:endParaRPr lang="en-US" sz="7200" b="1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7200" dirty="0"/>
              <a:t>ERP - </a:t>
            </a:r>
            <a:r>
              <a:rPr lang="en-US" sz="7200" b="1" dirty="0"/>
              <a:t>RU-25-10235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7200" dirty="0"/>
              <a:t>Branch - </a:t>
            </a:r>
            <a:r>
              <a:rPr lang="en-US" sz="7200" b="1" dirty="0"/>
              <a:t>BTECH CSE AI/ML (IBM</a:t>
            </a:r>
            <a:r>
              <a:rPr lang="en-US" sz="7200" dirty="0"/>
              <a:t>)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7200" dirty="0"/>
              <a:t>Guided By – </a:t>
            </a:r>
            <a:r>
              <a:rPr lang="en-US" sz="7200" b="1" dirty="0"/>
              <a:t>Miss Naina Devi </a:t>
            </a:r>
            <a:endParaRPr sz="7200" b="1" dirty="0"/>
          </a:p>
          <a:p>
            <a:pPr>
              <a:defRPr sz="1800">
                <a:solidFill>
                  <a:srgbClr val="3C3C3C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33D4C-35DB-44E7-7B00-42F6475A3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314" y="1110390"/>
            <a:ext cx="6347713" cy="863600"/>
          </a:xfrm>
        </p:spPr>
        <p:txBody>
          <a:bodyPr/>
          <a:lstStyle/>
          <a:p>
            <a:pPr algn="ctr"/>
            <a:r>
              <a:rPr lang="en-IN" b="1" u="sng" dirty="0">
                <a:solidFill>
                  <a:srgbClr val="002060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91175-571E-7B86-AD78-CE09FE0D5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314" y="2428568"/>
            <a:ext cx="5856422" cy="38897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Project Overview</a:t>
            </a:r>
          </a:p>
          <a:p>
            <a:r>
              <a:rPr lang="en-US" dirty="0"/>
              <a:t>Objective</a:t>
            </a:r>
          </a:p>
          <a:p>
            <a:r>
              <a:rPr lang="en-US" dirty="0"/>
              <a:t>Tools &amp; Technology</a:t>
            </a:r>
          </a:p>
          <a:p>
            <a:r>
              <a:rPr lang="en-US" dirty="0"/>
              <a:t>Working Of the Project</a:t>
            </a:r>
          </a:p>
          <a:p>
            <a:r>
              <a:rPr lang="en-US" dirty="0"/>
              <a:t>Sample Output</a:t>
            </a:r>
          </a:p>
          <a:p>
            <a:r>
              <a:rPr lang="en-US" dirty="0"/>
              <a:t>Advantages</a:t>
            </a:r>
          </a:p>
          <a:p>
            <a:r>
              <a:rPr lang="en-US" dirty="0"/>
              <a:t>GITHUB Repository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366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1A452-3D13-B71E-D373-9D980845F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u="sng" dirty="0">
                <a:solidFill>
                  <a:srgbClr val="002060"/>
                </a:solidFill>
              </a:rPr>
            </a:br>
            <a:r>
              <a:rPr lang="en-IN" u="sng" dirty="0">
                <a:solidFill>
                  <a:srgbClr val="002060"/>
                </a:solidFill>
              </a:rPr>
              <a:t>Introduction :</a:t>
            </a:r>
            <a:br>
              <a:rPr lang="en-IN" u="sng" dirty="0">
                <a:solidFill>
                  <a:srgbClr val="002060"/>
                </a:solidFill>
              </a:rPr>
            </a:br>
            <a:endParaRPr lang="en-IN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3FB08-0327-D136-2BA2-4C90672C8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Palindromic String Analyzer</a:t>
            </a:r>
            <a:r>
              <a:rPr lang="en-US" dirty="0"/>
              <a:t> is a mini project developed using the </a:t>
            </a:r>
            <a:r>
              <a:rPr lang="en-US" b="1" dirty="0"/>
              <a:t>C programming language</a:t>
            </a:r>
            <a:r>
              <a:rPr lang="en-US" dirty="0"/>
              <a:t> , focusing on </a:t>
            </a:r>
            <a:r>
              <a:rPr lang="en-US" b="1" dirty="0"/>
              <a:t>string manipulation</a:t>
            </a:r>
            <a:r>
              <a:rPr lang="en-US" dirty="0"/>
              <a:t>. The project accepts a string from the user, </a:t>
            </a:r>
            <a:r>
              <a:rPr lang="en-US" b="1" dirty="0"/>
              <a:t>checks whether it is a palindrome</a:t>
            </a:r>
            <a:r>
              <a:rPr lang="en-US" dirty="0"/>
              <a:t>, and </a:t>
            </a:r>
            <a:r>
              <a:rPr lang="en-US" b="1" dirty="0"/>
              <a:t>reverses the string</a:t>
            </a:r>
            <a:r>
              <a:rPr lang="en-US" dirty="0"/>
              <a:t> using logical operations. It uses core C concepts such as </a:t>
            </a:r>
            <a:r>
              <a:rPr lang="en-US" b="1" dirty="0"/>
              <a:t>loops, functions, and string handling techniques</a:t>
            </a:r>
            <a:r>
              <a:rPr lang="en-US" dirty="0"/>
              <a:t> to display both the </a:t>
            </a:r>
            <a:r>
              <a:rPr lang="en-US" b="1" dirty="0"/>
              <a:t>original and reversed strings together</a:t>
            </a:r>
          </a:p>
          <a:p>
            <a:r>
              <a:rPr lang="en-US" dirty="0"/>
              <a:t>This mini project helps to improve </a:t>
            </a:r>
            <a:r>
              <a:rPr lang="en-US" b="1" dirty="0"/>
              <a:t>logic building and problem-solving skills</a:t>
            </a:r>
            <a:r>
              <a:rPr lang="en-US" dirty="0"/>
              <a:t> due to its simplicity and practical approach.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013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064" y="1032947"/>
            <a:ext cx="6347713" cy="1320800"/>
          </a:xfrm>
        </p:spPr>
        <p:txBody>
          <a:bodyPr/>
          <a:lstStyle/>
          <a:p>
            <a:pPr algn="ctr">
              <a:defRPr sz="3600" b="1">
                <a:solidFill>
                  <a:srgbClr val="203764"/>
                </a:solidFill>
              </a:defRPr>
            </a:pPr>
            <a:r>
              <a:rPr u="sng" dirty="0"/>
              <a:t>Tools </a:t>
            </a:r>
            <a:r>
              <a:rPr lang="en-IN" u="sng" dirty="0"/>
              <a:t>&amp;</a:t>
            </a:r>
            <a:r>
              <a:rPr u="sng" dirty="0"/>
              <a:t>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3292" y="2558141"/>
            <a:ext cx="6347714" cy="3880773"/>
          </a:xfrm>
        </p:spPr>
        <p:txBody>
          <a:bodyPr/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 Programming Language: C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 IDE: VS Code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 Concepts</a:t>
            </a:r>
            <a:r>
              <a:rPr lang="en-US" dirty="0"/>
              <a:t> Used</a:t>
            </a:r>
            <a:r>
              <a:rPr dirty="0"/>
              <a:t>: Strings, Functions, Loops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1547" y="868844"/>
            <a:ext cx="6347713" cy="1320800"/>
          </a:xfrm>
        </p:spPr>
        <p:txBody>
          <a:bodyPr/>
          <a:lstStyle/>
          <a:p>
            <a:pPr algn="ctr">
              <a:defRPr sz="3600" b="1">
                <a:solidFill>
                  <a:srgbClr val="203764"/>
                </a:solidFill>
              </a:defRPr>
            </a:pPr>
            <a:r>
              <a:rPr u="sng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8143" y="2445282"/>
            <a:ext cx="6347714" cy="3880773"/>
          </a:xfrm>
        </p:spPr>
        <p:txBody>
          <a:bodyPr/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This project works on string manipulation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N" dirty="0"/>
              <a:t> </a:t>
            </a:r>
            <a:r>
              <a:rPr dirty="0"/>
              <a:t>Checks whether a string is a palindrome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 Reverses the given string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 Displays clear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271" y="1006823"/>
            <a:ext cx="6347713" cy="1320800"/>
          </a:xfrm>
        </p:spPr>
        <p:txBody>
          <a:bodyPr/>
          <a:lstStyle/>
          <a:p>
            <a:pPr algn="ctr">
              <a:defRPr sz="3600" b="1">
                <a:solidFill>
                  <a:srgbClr val="203764"/>
                </a:solidFill>
              </a:defRPr>
            </a:pPr>
            <a:r>
              <a:rPr u="sng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8143" y="2540000"/>
            <a:ext cx="6347714" cy="3880773"/>
          </a:xfrm>
        </p:spPr>
        <p:txBody>
          <a:bodyPr/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 Accept string input from user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 Reverse the string logically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 Check palindrome condition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dirty="0"/>
              <a:t> Display original and reversed strings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8143" y="339117"/>
            <a:ext cx="6347713" cy="1320800"/>
          </a:xfrm>
        </p:spPr>
        <p:txBody>
          <a:bodyPr/>
          <a:lstStyle/>
          <a:p>
            <a:pPr algn="ctr">
              <a:defRPr sz="3600" b="1">
                <a:solidFill>
                  <a:srgbClr val="203764"/>
                </a:solidFill>
              </a:defRPr>
            </a:pPr>
            <a:r>
              <a:rPr u="sng" dirty="0"/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013" y="1310541"/>
            <a:ext cx="7741920" cy="532805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#include &lt;stdio.h&gt;</a:t>
            </a:r>
          </a:p>
          <a:p>
            <a:pPr marL="0" indent="0">
              <a:buNone/>
            </a:pPr>
            <a:r>
              <a:rPr lang="en-US" dirty="0"/>
              <a:t>#include &lt;string.h&gt;</a:t>
            </a:r>
          </a:p>
          <a:p>
            <a:pPr marL="0" indent="0">
              <a:buNone/>
            </a:pPr>
            <a:r>
              <a:rPr lang="en-US" dirty="0"/>
              <a:t>void reverseString(char str[],char rev[]){</a:t>
            </a:r>
          </a:p>
          <a:p>
            <a:pPr marL="0" indent="0">
              <a:buNone/>
            </a:pPr>
            <a:r>
              <a:rPr lang="en-US" dirty="0"/>
              <a:t>int length = strlen(str);</a:t>
            </a:r>
          </a:p>
          <a:p>
            <a:pPr marL="0" indent="0">
              <a:buNone/>
            </a:pPr>
            <a:r>
              <a:rPr lang="en-US" dirty="0"/>
              <a:t>int i ;</a:t>
            </a:r>
          </a:p>
          <a:p>
            <a:pPr marL="0" indent="0">
              <a:buNone/>
            </a:pPr>
            <a:r>
              <a:rPr lang="en-US" dirty="0"/>
              <a:t>for (i=0; i&lt;length; i++)</a:t>
            </a:r>
            <a:r>
              <a:rPr lang="en-US" sz="1600" dirty="0"/>
              <a:t>{</a:t>
            </a:r>
          </a:p>
          <a:p>
            <a:pPr marL="0" indent="0">
              <a:buNone/>
            </a:pPr>
            <a:r>
              <a:rPr lang="en-US" sz="1600" dirty="0"/>
              <a:t>rev[i] = str[length – i – 1] 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/>
              <a:t>rev[length]=‘\0’;</a:t>
            </a:r>
          </a:p>
          <a:p>
            <a:pPr marL="0" indent="0">
              <a:buNone/>
            </a:pPr>
            <a:r>
              <a:rPr lang="en-US" sz="1600" dirty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Int checkPalindrome(char str[],char rev[]){</a:t>
            </a:r>
          </a:p>
          <a:p>
            <a:pPr marL="0" indent="0">
              <a:buNone/>
            </a:pPr>
            <a:r>
              <a:rPr lang="en-US" dirty="0"/>
              <a:t>If (strcmp(str,rev)==0)</a:t>
            </a:r>
          </a:p>
          <a:p>
            <a:pPr marL="0" indent="0">
              <a:buNone/>
            </a:pPr>
            <a:r>
              <a:rPr lang="en-US" dirty="0"/>
              <a:t> return 1;</a:t>
            </a:r>
          </a:p>
          <a:p>
            <a:pPr marL="0" indent="0">
              <a:buNone/>
            </a:pPr>
            <a:r>
              <a:rPr lang="en-US" dirty="0"/>
              <a:t>  else </a:t>
            </a:r>
          </a:p>
          <a:p>
            <a:pPr marL="0" indent="0">
              <a:buNone/>
            </a:pPr>
            <a:r>
              <a:rPr lang="en-US" dirty="0"/>
              <a:t>       return 0; </a:t>
            </a:r>
          </a:p>
          <a:p>
            <a:pPr marL="0" indent="0">
              <a:buNone/>
            </a:pPr>
            <a:r>
              <a:rPr lang="en-US" dirty="0"/>
              <a:t>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49F2F-8112-9345-A4BA-142E411F3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03" y="540774"/>
            <a:ext cx="9144000" cy="607142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int main () {</a:t>
            </a:r>
          </a:p>
          <a:p>
            <a:pPr marL="0" indent="0">
              <a:buNone/>
            </a:pPr>
            <a:r>
              <a:rPr lang="en-US" dirty="0"/>
              <a:t>char str [100],rev[100];</a:t>
            </a:r>
          </a:p>
          <a:p>
            <a:pPr marL="0" indent="0">
              <a:buNone/>
            </a:pPr>
            <a:r>
              <a:rPr lang="en-IN" dirty="0"/>
              <a:t>printf("----- Palindromic String Analyzer -----\n\n");</a:t>
            </a:r>
          </a:p>
          <a:p>
            <a:pPr marL="0" indent="0">
              <a:buNone/>
            </a:pPr>
            <a:r>
              <a:rPr lang="en-IN" dirty="0"/>
              <a:t>printf("Enter a string: 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fgets(str, sizeof(str),stdin);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str[strcspn(str, "\n")] = '\0’;</a:t>
            </a:r>
          </a:p>
          <a:p>
            <a:pPr marL="0" indent="0">
              <a:buNone/>
            </a:pPr>
            <a:r>
              <a:rPr lang="en-IN" dirty="0"/>
              <a:t>reverseString(str, rev);</a:t>
            </a:r>
          </a:p>
          <a:p>
            <a:pPr marL="0" indent="0">
              <a:buNone/>
            </a:pPr>
            <a:r>
              <a:rPr lang="en-IN" dirty="0"/>
              <a:t>       printf("\nOriginal String : %s", str);</a:t>
            </a:r>
          </a:p>
          <a:p>
            <a:pPr marL="0" indent="0">
              <a:buNone/>
            </a:pPr>
            <a:r>
              <a:rPr lang="en-IN" dirty="0"/>
              <a:t>       printf("\nReversed String : %s\n", rev);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 if (checkPalindrome(str, rev))</a:t>
            </a:r>
          </a:p>
          <a:p>
            <a:pPr marL="0" indent="0">
              <a:buNone/>
            </a:pPr>
            <a:r>
              <a:rPr lang="en-IN" dirty="0"/>
              <a:t>   printf("\nResult: The given string is a PALINDROME.\n");</a:t>
            </a:r>
          </a:p>
          <a:p>
            <a:pPr marL="0" indent="0">
              <a:buNone/>
            </a:pPr>
            <a:r>
              <a:rPr lang="en-IN" dirty="0"/>
              <a:t>    else</a:t>
            </a:r>
          </a:p>
          <a:p>
            <a:pPr marL="0" indent="0">
              <a:buNone/>
            </a:pPr>
            <a:r>
              <a:rPr lang="en-IN" dirty="0"/>
              <a:t>    printf("\nResult: The given string is NOT a palindrome.\n");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      printf("\n--------------------------------------\n");</a:t>
            </a:r>
          </a:p>
          <a:p>
            <a:pPr marL="0" indent="0">
              <a:buNone/>
            </a:pPr>
            <a:r>
              <a:rPr lang="en-IN" dirty="0"/>
              <a:t>      printf("Mini Project by Ansh Tiwari (IBM)\n");</a:t>
            </a:r>
          </a:p>
          <a:p>
            <a:pPr marL="0" indent="0">
              <a:buNone/>
            </a:pPr>
            <a:r>
              <a:rPr lang="en-IN" dirty="0"/>
              <a:t>      return 0;</a:t>
            </a:r>
          </a:p>
          <a:p>
            <a:pPr marL="0" indent="0">
              <a:buNone/>
            </a:pPr>
            <a:r>
              <a:rPr lang="en-IN" dirty="0"/>
              <a:t>         }</a:t>
            </a:r>
          </a:p>
        </p:txBody>
      </p:sp>
    </p:spTree>
    <p:extLst>
      <p:ext uri="{BB962C8B-B14F-4D97-AF65-F5344CB8AC3E}">
        <p14:creationId xmlns:p14="http://schemas.microsoft.com/office/powerpoint/2010/main" val="3029256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6066" y="56372"/>
            <a:ext cx="6347713" cy="1320800"/>
          </a:xfrm>
        </p:spPr>
        <p:txBody>
          <a:bodyPr>
            <a:normAutofit/>
          </a:bodyPr>
          <a:lstStyle/>
          <a:p>
            <a:pPr algn="ctr">
              <a:defRPr sz="3600" b="1">
                <a:solidFill>
                  <a:srgbClr val="203764"/>
                </a:solidFill>
              </a:defRPr>
            </a:pPr>
            <a:r>
              <a:rPr lang="en-IN" sz="3200" u="sng" dirty="0"/>
              <a:t>Sample Output</a:t>
            </a:r>
          </a:p>
        </p:txBody>
      </p:sp>
      <p:pic>
        <p:nvPicPr>
          <p:cNvPr id="4" name="Video Project">
            <a:hlinkClick r:id="" action="ppaction://media"/>
            <a:extLst>
              <a:ext uri="{FF2B5EF4-FFF2-40B4-BE49-F238E27FC236}">
                <a16:creationId xmlns:a16="http://schemas.microsoft.com/office/drawing/2014/main" id="{C203AF52-D428-0559-07C7-BB44008DD687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4338" r="21465" b="3197"/>
          <a:stretch>
            <a:fillRect/>
          </a:stretch>
        </p:blipFill>
        <p:spPr>
          <a:xfrm>
            <a:off x="0" y="1527372"/>
            <a:ext cx="9143999" cy="51071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4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610" y="870270"/>
            <a:ext cx="6347713" cy="1320800"/>
          </a:xfrm>
        </p:spPr>
        <p:txBody>
          <a:bodyPr/>
          <a:lstStyle/>
          <a:p>
            <a:pPr algn="ctr">
              <a:defRPr sz="3600" b="1">
                <a:solidFill>
                  <a:srgbClr val="203764"/>
                </a:solidFill>
              </a:defRPr>
            </a:pPr>
            <a:r>
              <a:rPr lang="en-IN" b="1" u="sng" dirty="0"/>
              <a:t>Applications of the Project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610" y="2430321"/>
            <a:ext cx="6347714" cy="3880773"/>
          </a:xfrm>
        </p:spPr>
        <p:txBody>
          <a:bodyPr/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String validation programs</a:t>
            </a:r>
            <a:endParaRPr lang="en-US" dirty="0"/>
          </a:p>
          <a:p>
            <a:r>
              <a:rPr lang="en-US" dirty="0"/>
              <a:t>Text processing applications</a:t>
            </a:r>
          </a:p>
          <a:p>
            <a:r>
              <a:rPr lang="en-US" dirty="0"/>
              <a:t>Learning base for advanced string programs</a:t>
            </a:r>
          </a:p>
          <a:p>
            <a:r>
              <a:rPr lang="en-US" dirty="0"/>
              <a:t>Educational use for beginners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F752238-CAA6-290E-CE83-70C4A9B28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827029"/>
            <a:ext cx="6347713" cy="1320800"/>
          </a:xfrm>
        </p:spPr>
        <p:txBody>
          <a:bodyPr/>
          <a:lstStyle/>
          <a:p>
            <a:pPr algn="ctr">
              <a:defRPr sz="3600" b="1">
                <a:solidFill>
                  <a:srgbClr val="203764"/>
                </a:solidFill>
              </a:defRPr>
            </a:pPr>
            <a:r>
              <a:rPr lang="en-US" u="sng" dirty="0"/>
              <a:t>Advantages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US" dirty="0"/>
              <a:t>Simple and Easy to Understand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dirty="0"/>
              <a:t>Improves string handling and logical thinking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dirty="0"/>
              <a:t>Demonstrates effective string manipulation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dirty="0"/>
              <a:t>Helps in understanding use of functions and loops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dirty="0"/>
              <a:t>Easy to modify and extend with additional features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000" y="609599"/>
            <a:ext cx="6347714" cy="1932633"/>
          </a:xfrm>
        </p:spPr>
        <p:txBody>
          <a:bodyPr>
            <a:normAutofit/>
          </a:bodyPr>
          <a:lstStyle/>
          <a:p>
            <a:pPr algn="ctr">
              <a:defRPr sz="3600" b="1">
                <a:solidFill>
                  <a:srgbClr val="203764"/>
                </a:solidFill>
              </a:defRPr>
            </a:pPr>
            <a:r>
              <a:rPr sz="4000" u="sng"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449" y="2351782"/>
            <a:ext cx="8058778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000" dirty="0"/>
              <a:t>I hope this presentation clearly explained the </a:t>
            </a:r>
            <a:r>
              <a:rPr lang="en-US" sz="2000" b="1" dirty="0"/>
              <a:t>concept, working, and implementation</a:t>
            </a:r>
            <a:r>
              <a:rPr lang="en-US" sz="2000" dirty="0"/>
              <a:t> of the project.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000" dirty="0"/>
              <a:t>🔗 </a:t>
            </a:r>
            <a:r>
              <a:rPr lang="en-US" sz="2000" b="1" dirty="0"/>
              <a:t>GitHub Repository:</a:t>
            </a:r>
            <a:br>
              <a:rPr lang="en-US" sz="2000" dirty="0"/>
            </a:br>
            <a:r>
              <a:rPr lang="en-US" sz="2000" dirty="0"/>
              <a:t>https://github.com/anshtiwari-jpg/C-MINI-PROJECT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154</TotalTime>
  <Words>541</Words>
  <Application>Microsoft Office PowerPoint</Application>
  <PresentationFormat>On-screen Show (4:3)</PresentationFormat>
  <Paragraphs>84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Garamond</vt:lpstr>
      <vt:lpstr>Organic</vt:lpstr>
      <vt:lpstr>Palindromic String Analyzer</vt:lpstr>
      <vt:lpstr>Agenda</vt:lpstr>
      <vt:lpstr> Introduction : </vt:lpstr>
      <vt:lpstr>Tools &amp; Technology</vt:lpstr>
      <vt:lpstr>Project Overview</vt:lpstr>
      <vt:lpstr>Objectives</vt:lpstr>
      <vt:lpstr>Working</vt:lpstr>
      <vt:lpstr>PowerPoint Presentation</vt:lpstr>
      <vt:lpstr>Sample Output</vt:lpstr>
      <vt:lpstr>Applications of the Project</vt:lpstr>
      <vt:lpstr>Advantages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Ansh Tiwari</dc:creator>
  <cp:keywords/>
  <dc:description>generated using python-pptx</dc:description>
  <cp:lastModifiedBy>Ansh Tiwari</cp:lastModifiedBy>
  <cp:revision>6</cp:revision>
  <dcterms:created xsi:type="dcterms:W3CDTF">2013-01-27T09:14:16Z</dcterms:created>
  <dcterms:modified xsi:type="dcterms:W3CDTF">2026-01-03T05:30:56Z</dcterms:modified>
  <cp:category/>
</cp:coreProperties>
</file>